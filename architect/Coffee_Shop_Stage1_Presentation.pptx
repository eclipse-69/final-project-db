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B6B79-669A-418B-B445-06ADC992F530}" v="5" dt="2025-11-24T09:31:07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hkambaev Munarbek" userId="d4c11a3aeb9f2e46" providerId="LiveId" clId="{6C21D395-5A9B-4492-AEC1-70220CB87B11}"/>
    <pc:docChg chg="undo custSel modSld">
      <pc:chgData name="Makhkambaev Munarbek" userId="d4c11a3aeb9f2e46" providerId="LiveId" clId="{6C21D395-5A9B-4492-AEC1-70220CB87B11}" dt="2025-11-24T09:32:55.018" v="143" actId="207"/>
      <pc:docMkLst>
        <pc:docMk/>
      </pc:docMkLst>
      <pc:sldChg chg="addSp modSp mod setBg">
        <pc:chgData name="Makhkambaev Munarbek" userId="d4c11a3aeb9f2e46" providerId="LiveId" clId="{6C21D395-5A9B-4492-AEC1-70220CB87B11}" dt="2025-11-24T09:21:57.949" v="53" actId="20577"/>
        <pc:sldMkLst>
          <pc:docMk/>
          <pc:sldMk cId="0" sldId="256"/>
        </pc:sldMkLst>
        <pc:spChg chg="mod">
          <ac:chgData name="Makhkambaev Munarbek" userId="d4c11a3aeb9f2e46" providerId="LiveId" clId="{6C21D395-5A9B-4492-AEC1-70220CB87B11}" dt="2025-11-24T09:19:53.446" v="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khkambaev Munarbek" userId="d4c11a3aeb9f2e46" providerId="LiveId" clId="{6C21D395-5A9B-4492-AEC1-70220CB87B11}" dt="2025-11-24T09:21:57.949" v="53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Makhkambaev Munarbek" userId="d4c11a3aeb9f2e46" providerId="LiveId" clId="{6C21D395-5A9B-4492-AEC1-70220CB87B11}" dt="2025-11-24T09:19:53.446" v="2" actId="26606"/>
          <ac:spMkLst>
            <pc:docMk/>
            <pc:sldMk cId="0" sldId="256"/>
            <ac:spMk id="1031" creationId="{2B97F24A-32CE-4C1C-A50D-3016B394DCFB}"/>
          </ac:spMkLst>
        </pc:spChg>
        <pc:spChg chg="add">
          <ac:chgData name="Makhkambaev Munarbek" userId="d4c11a3aeb9f2e46" providerId="LiveId" clId="{6C21D395-5A9B-4492-AEC1-70220CB87B11}" dt="2025-11-24T09:19:53.446" v="2" actId="26606"/>
          <ac:spMkLst>
            <pc:docMk/>
            <pc:sldMk cId="0" sldId="256"/>
            <ac:spMk id="1033" creationId="{CD8B4F24-440B-49E9-B85D-733523DC064B}"/>
          </ac:spMkLst>
        </pc:spChg>
        <pc:picChg chg="add mod">
          <ac:chgData name="Makhkambaev Munarbek" userId="d4c11a3aeb9f2e46" providerId="LiveId" clId="{6C21D395-5A9B-4492-AEC1-70220CB87B11}" dt="2025-11-24T09:19:53.446" v="2" actId="26606"/>
          <ac:picMkLst>
            <pc:docMk/>
            <pc:sldMk cId="0" sldId="256"/>
            <ac:picMk id="1026" creationId="{3AA07506-C12A-684E-0B35-026F48D38DC1}"/>
          </ac:picMkLst>
        </pc:picChg>
      </pc:sldChg>
      <pc:sldChg chg="modSp mod">
        <pc:chgData name="Makhkambaev Munarbek" userId="d4c11a3aeb9f2e46" providerId="LiveId" clId="{6C21D395-5A9B-4492-AEC1-70220CB87B11}" dt="2025-11-24T09:23:24.466" v="59" actId="20577"/>
        <pc:sldMkLst>
          <pc:docMk/>
          <pc:sldMk cId="0" sldId="257"/>
        </pc:sldMkLst>
        <pc:spChg chg="mod">
          <ac:chgData name="Makhkambaev Munarbek" userId="d4c11a3aeb9f2e46" providerId="LiveId" clId="{6C21D395-5A9B-4492-AEC1-70220CB87B11}" dt="2025-11-24T09:23:24.466" v="5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khkambaev Munarbek" userId="d4c11a3aeb9f2e46" providerId="LiveId" clId="{6C21D395-5A9B-4492-AEC1-70220CB87B11}" dt="2025-11-24T09:24:12.900" v="62" actId="15"/>
        <pc:sldMkLst>
          <pc:docMk/>
          <pc:sldMk cId="0" sldId="258"/>
        </pc:sldMkLst>
        <pc:spChg chg="mod">
          <ac:chgData name="Makhkambaev Munarbek" userId="d4c11a3aeb9f2e46" providerId="LiveId" clId="{6C21D395-5A9B-4492-AEC1-70220CB87B11}" dt="2025-11-24T09:24:12.900" v="62" actId="15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Makhkambaev Munarbek" userId="d4c11a3aeb9f2e46" providerId="LiveId" clId="{6C21D395-5A9B-4492-AEC1-70220CB87B11}" dt="2025-11-24T09:32:55.018" v="143" actId="207"/>
        <pc:sldMkLst>
          <pc:docMk/>
          <pc:sldMk cId="0" sldId="263"/>
        </pc:sldMkLst>
        <pc:spChg chg="add mod">
          <ac:chgData name="Makhkambaev Munarbek" userId="d4c11a3aeb9f2e46" providerId="LiveId" clId="{6C21D395-5A9B-4492-AEC1-70220CB87B11}" dt="2025-11-24T09:32:55.018" v="143" actId="207"/>
          <ac:spMkLst>
            <pc:docMk/>
            <pc:sldMk cId="0" sldId="263"/>
            <ac:spMk id="4" creationId="{658FB16C-403E-1FE1-E677-B6A1119E44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Coffee Shop Database – Stage 1 Presentation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Roles: DB Architect - Aibekov </a:t>
            </a:r>
            <a:r>
              <a:rPr lang="en-US" sz="2200" dirty="0" err="1"/>
              <a:t>Erturan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dirty="0"/>
              <a:t>	DB Analyst   -    	</a:t>
            </a:r>
            <a:r>
              <a:rPr lang="en-US" sz="2200" dirty="0" err="1"/>
              <a:t>Ormonbekov</a:t>
            </a:r>
            <a:r>
              <a:rPr lang="en-US" sz="2200" dirty="0"/>
              <a:t> </a:t>
            </a:r>
            <a:r>
              <a:rPr lang="en-US" sz="2200" dirty="0" err="1"/>
              <a:t>Baiel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Dataset: Online Coffee Shop 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AA07506-C12A-684E-0B35-026F48D38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3"/>
            <a:ext cx="6903720" cy="460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Build a relational database for a coffee shop to analyze customer behavior,</a:t>
            </a:r>
            <a:r>
              <a:rPr lang="en-US" dirty="0"/>
              <a:t> </a:t>
            </a:r>
            <a:r>
              <a:rPr dirty="0"/>
              <a:t>product sales, delivery performance, and reviews.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Optimization problems considered:</a:t>
            </a:r>
          </a:p>
          <a:p>
            <a:r>
              <a:rPr dirty="0"/>
              <a:t>- Fast querying of orders and reviews (indexes added)</a:t>
            </a:r>
          </a:p>
          <a:p>
            <a:r>
              <a:rPr dirty="0"/>
              <a:t>- Scaling dataset with &gt;1000 rows per table</a:t>
            </a:r>
          </a:p>
          <a:p>
            <a:r>
              <a:rPr dirty="0"/>
              <a:t>- Ensuring clean structure for AI-powered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Tables:</a:t>
            </a:r>
          </a:p>
          <a:p>
            <a:r>
              <a:rPr dirty="0"/>
              <a:t>- customers</a:t>
            </a:r>
            <a:r>
              <a:rPr lang="en-US" dirty="0"/>
              <a:t> (3200 customers)</a:t>
            </a:r>
            <a:endParaRPr dirty="0"/>
          </a:p>
          <a:p>
            <a:r>
              <a:rPr dirty="0"/>
              <a:t>- products</a:t>
            </a:r>
            <a:r>
              <a:rPr lang="en-US" dirty="0"/>
              <a:t>  (120 products)</a:t>
            </a:r>
            <a:endParaRPr dirty="0"/>
          </a:p>
          <a:p>
            <a:r>
              <a:rPr dirty="0"/>
              <a:t>- orders</a:t>
            </a:r>
            <a:r>
              <a:rPr lang="en-US" dirty="0"/>
              <a:t> (6500 orders)</a:t>
            </a:r>
            <a:endParaRPr dirty="0"/>
          </a:p>
          <a:p>
            <a:r>
              <a:rPr dirty="0"/>
              <a:t>- </a:t>
            </a:r>
            <a:r>
              <a:rPr dirty="0" err="1"/>
              <a:t>order_items</a:t>
            </a:r>
            <a:r>
              <a:rPr lang="en-US" dirty="0"/>
              <a:t>  (~ 20000 order items)</a:t>
            </a:r>
            <a:endParaRPr dirty="0"/>
          </a:p>
          <a:p>
            <a:r>
              <a:rPr dirty="0"/>
              <a:t>- deliveries</a:t>
            </a:r>
            <a:r>
              <a:rPr lang="en-US" dirty="0"/>
              <a:t>  (6500 deliveries)</a:t>
            </a:r>
            <a:endParaRPr dirty="0"/>
          </a:p>
          <a:p>
            <a:r>
              <a:rPr dirty="0"/>
              <a:t>- reviews</a:t>
            </a:r>
            <a:r>
              <a:rPr lang="en-US" dirty="0"/>
              <a:t>  (4800 reviews)</a:t>
            </a:r>
            <a:endParaRPr dirty="0"/>
          </a:p>
          <a:p>
            <a:endParaRPr dirty="0"/>
          </a:p>
          <a:p>
            <a:r>
              <a:rPr dirty="0"/>
              <a:t>Business domain: retail coffee sales + delivery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Architect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✔ Required dataset found and expanded to a relational model</a:t>
            </a:r>
          </a:p>
          <a:p>
            <a:r>
              <a:rPr dirty="0"/>
              <a:t>✔ Ensured minimum 5+ tables (we have 6)</a:t>
            </a:r>
          </a:p>
          <a:p>
            <a:r>
              <a:rPr dirty="0"/>
              <a:t>✔ Designed schema for future scalability</a:t>
            </a:r>
          </a:p>
          <a:p>
            <a:r>
              <a:rPr dirty="0"/>
              <a:t>✔ Identified fields for indexing:</a:t>
            </a:r>
          </a:p>
          <a:p>
            <a:r>
              <a:rPr dirty="0"/>
              <a:t>- orders(</a:t>
            </a:r>
            <a:r>
              <a:rPr dirty="0" err="1"/>
              <a:t>order_date</a:t>
            </a:r>
            <a:r>
              <a:rPr dirty="0"/>
              <a:t>)</a:t>
            </a:r>
          </a:p>
          <a:p>
            <a:r>
              <a:rPr dirty="0"/>
              <a:t>- orders(</a:t>
            </a:r>
            <a:r>
              <a:rPr dirty="0" err="1"/>
              <a:t>customer_id</a:t>
            </a:r>
            <a:r>
              <a:rPr dirty="0"/>
              <a:t>)</a:t>
            </a:r>
          </a:p>
          <a:p>
            <a:r>
              <a:rPr dirty="0"/>
              <a:t>- deliveries(</a:t>
            </a:r>
            <a:r>
              <a:rPr dirty="0" err="1"/>
              <a:t>order_id</a:t>
            </a:r>
            <a:r>
              <a:rPr dirty="0"/>
              <a:t>)</a:t>
            </a:r>
          </a:p>
          <a:p>
            <a:r>
              <a:rPr dirty="0"/>
              <a:t>- reviews(rating)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56" y="171984"/>
            <a:ext cx="3429000" cy="93619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Entity‑Relationship Diagram (ERD)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824BADB5-8126-D2B3-03D9-977236BFC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142" y="1202077"/>
            <a:ext cx="10495580" cy="548393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7496" y="171984"/>
            <a:ext cx="3107944" cy="2244852"/>
          </a:xfrm>
        </p:spPr>
        <p:txBody>
          <a:bodyPr anchor="t"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Core relationships: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- customers 1—∞ orders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- orders 1—∞ </a:t>
            </a:r>
            <a:r>
              <a:rPr lang="en-US" sz="2200" dirty="0" err="1"/>
              <a:t>order_items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- products 1—∞ </a:t>
            </a:r>
            <a:r>
              <a:rPr lang="en-US" sz="2200" dirty="0" err="1"/>
              <a:t>order_items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- orders 1—1 deliveries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- orders 1—∞ reviews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- products 1—∞ 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Analyst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Verified relational integrity (PK/FK)</a:t>
            </a:r>
          </a:p>
          <a:p>
            <a:r>
              <a:t>✔ Defined relation types (1‑M, 1‑1, M‑M resolved via junction table)</a:t>
            </a:r>
          </a:p>
          <a:p>
            <a:r>
              <a:t>✔ Ensured normalization:</a:t>
            </a:r>
          </a:p>
          <a:p>
            <a:r>
              <a:t>- No repeating groups</a:t>
            </a:r>
          </a:p>
          <a:p>
            <a:r>
              <a:t>- Each entity has atomic fields</a:t>
            </a:r>
          </a:p>
          <a:p>
            <a:r>
              <a:t>- Referential integrity preserved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Dataset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extensions:</a:t>
            </a:r>
          </a:p>
          <a:p>
            <a:r>
              <a:t>- payment transactions</a:t>
            </a:r>
          </a:p>
          <a:p>
            <a:r>
              <a:t>- promo codes</a:t>
            </a:r>
          </a:p>
          <a:p>
            <a:r>
              <a:t>- barista performance metrics</a:t>
            </a:r>
          </a:p>
          <a:p>
            <a:r>
              <a:t>- customer segmentation for loyalty program</a:t>
            </a:r>
          </a:p>
          <a:p>
            <a:endParaRPr/>
          </a:p>
          <a:p>
            <a:r>
              <a:t>Architecture supports painless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is fully ready for Stage 2.</a:t>
            </a:r>
          </a:p>
          <a:p>
            <a:r>
              <a:rPr dirty="0"/>
              <a:t>Schema is normalized, indexed, and well‑designed for AI analysis.</a:t>
            </a:r>
          </a:p>
          <a:p>
            <a:r>
              <a:rPr dirty="0"/>
              <a:t>Next steps:</a:t>
            </a:r>
          </a:p>
          <a:p>
            <a:r>
              <a:rPr dirty="0"/>
              <a:t>- Populate data</a:t>
            </a:r>
          </a:p>
          <a:p>
            <a:r>
              <a:rPr dirty="0"/>
              <a:t>- Connect to Python</a:t>
            </a:r>
          </a:p>
          <a:p>
            <a:r>
              <a:rPr dirty="0"/>
              <a:t>- Build AI text‑to‑SQL agent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FB16C-403E-1FE1-E677-B6A1119E44D2}"/>
              </a:ext>
            </a:extLst>
          </p:cNvPr>
          <p:cNvSpPr txBox="1"/>
          <p:nvPr/>
        </p:nvSpPr>
        <p:spPr>
          <a:xfrm>
            <a:off x="7051040" y="4216082"/>
            <a:ext cx="48463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Roles: </a:t>
            </a:r>
          </a:p>
          <a:p>
            <a:pPr algn="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SQL developer: </a:t>
            </a:r>
          </a:p>
          <a:p>
            <a:pPr algn="r"/>
            <a:r>
              <a:rPr lang="en-US" sz="2800" dirty="0"/>
              <a:t>Arslan </a:t>
            </a:r>
            <a:r>
              <a:rPr lang="en-US" sz="2800" dirty="0" err="1"/>
              <a:t>Sopakunov</a:t>
            </a:r>
            <a:endParaRPr lang="en-US" sz="2800" dirty="0"/>
          </a:p>
          <a:p>
            <a:pPr algn="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AI engineer:  </a:t>
            </a:r>
          </a:p>
          <a:p>
            <a:pPr algn="r"/>
            <a:r>
              <a:rPr lang="en-US" sz="2800" dirty="0"/>
              <a:t>Makhkambaev Munarbek</a:t>
            </a:r>
            <a:endParaRPr lang="ru-KG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373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Coffee Shop Database – Stage 1 Presentation</vt:lpstr>
      <vt:lpstr>Problem Statement</vt:lpstr>
      <vt:lpstr>Dataset Overview</vt:lpstr>
      <vt:lpstr>DB Architect Deliverables</vt:lpstr>
      <vt:lpstr>Entity‑Relationship Diagram (ERD)</vt:lpstr>
      <vt:lpstr>DB Analyst Deliverables</vt:lpstr>
      <vt:lpstr>Future Dataset Extensions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Makhkambaev Munarbek</cp:lastModifiedBy>
  <cp:revision>2</cp:revision>
  <dcterms:created xsi:type="dcterms:W3CDTF">2013-01-27T09:14:16Z</dcterms:created>
  <dcterms:modified xsi:type="dcterms:W3CDTF">2025-11-24T09:33:03Z</dcterms:modified>
  <cp:category/>
</cp:coreProperties>
</file>